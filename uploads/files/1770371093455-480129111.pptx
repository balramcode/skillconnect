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21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9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6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24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81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76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50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4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71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47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3B95D-8A08-4330-9327-C2828E82C2F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94FA5-B226-4F59-AFBA-778A600DD6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22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404665"/>
            <a:ext cx="8784976" cy="2592287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5400" i="1" dirty="0" smtClean="0">
                <a:solidFill>
                  <a:srgbClr val="0070C0"/>
                </a:solidFill>
                <a:latin typeface="Algerian" pitchFamily="82" charset="0"/>
              </a:rPr>
              <a:t>UNDERSTANDING DOG’S BEHAVIOR</a:t>
            </a:r>
            <a:endParaRPr lang="en-IN" sz="5400" i="1" dirty="0">
              <a:solidFill>
                <a:srgbClr val="0070C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3968" y="4509120"/>
            <a:ext cx="4680520" cy="2348880"/>
          </a:xfrm>
        </p:spPr>
        <p:txBody>
          <a:bodyPr/>
          <a:lstStyle/>
          <a:p>
            <a:r>
              <a:rPr lang="en-US" dirty="0" smtClean="0"/>
              <a:t>Name:Abhishek Purohit</a:t>
            </a:r>
          </a:p>
          <a:p>
            <a:endParaRPr lang="en-IN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64934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ottweiler Dog Breed Health and Care | PetM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0"/>
            <a:ext cx="9315450" cy="68580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29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27984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92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5</Words>
  <Application>Microsoft Office PowerPoint</Application>
  <PresentationFormat>On-screen Show 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UNDERSTANDING DOG’S BEHAVIOR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DOG’S BEHAVIOR</dc:title>
  <dc:creator>acer</dc:creator>
  <cp:lastModifiedBy>acer</cp:lastModifiedBy>
  <cp:revision>4</cp:revision>
  <dcterms:created xsi:type="dcterms:W3CDTF">2024-11-14T05:45:30Z</dcterms:created>
  <dcterms:modified xsi:type="dcterms:W3CDTF">2024-11-14T11:47:10Z</dcterms:modified>
</cp:coreProperties>
</file>